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27CA0-DCBD-4B3F-8E05-1814B1820673}" v="715" dt="2026-09-22T05:58:59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498" y="1015041"/>
            <a:ext cx="9908875" cy="1468216"/>
          </a:xfrm>
        </p:spPr>
        <p:txBody>
          <a:bodyPr/>
          <a:lstStyle/>
          <a:p>
            <a:pPr>
              <a:defRPr sz="3400" b="1">
                <a:solidFill>
                  <a:srgbClr val="F4F7FB"/>
                </a:solidFill>
                <a:latin typeface="Aptos Display"/>
              </a:defRPr>
            </a:pPr>
            <a:r>
              <a:t>Design and Simulation of an 8-Bit Arithmetic Logic Unit (ALU)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889849" y="192657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103079" y="914975"/>
            <a:ext cx="178969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413849" y="914399"/>
            <a:ext cx="164592" cy="164593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86865" y="213360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76095" y="292723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8B52C02-5108-CA66-F13B-CD7AF3CB2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534320"/>
              </p:ext>
            </p:extLst>
          </p:nvPr>
        </p:nvGraphicFramePr>
        <p:xfrm>
          <a:off x="977659" y="3278037"/>
          <a:ext cx="5582579" cy="1311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82579">
                  <a:extLst>
                    <a:ext uri="{9D8B030D-6E8A-4147-A177-3AD203B41FA5}">
                      <a16:colId xmlns:a16="http://schemas.microsoft.com/office/drawing/2014/main" val="2896348034"/>
                    </a:ext>
                  </a:extLst>
                </a:gridCol>
              </a:tblGrid>
              <a:tr h="374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STUDENT NAME:-THUMMURU  SANJAYSIDDARTHA REDDY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450387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STUDENT NAME:-GOSU  KALYAN RAM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308488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STUDENT NAME:-AAKARSHIT  SINGH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36451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STUDENT NAME:-NARAMULA KRISHNA  CHAITANYA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709207"/>
                  </a:ext>
                </a:extLst>
              </a:tr>
            </a:tbl>
          </a:graphicData>
        </a:graphic>
      </p:graphicFrame>
      <p:sp>
        <p:nvSpPr>
          <p:cNvPr id="16" name="Subtitle 15">
            <a:extLst>
              <a:ext uri="{FF2B5EF4-FFF2-40B4-BE49-F238E27FC236}">
                <a16:creationId xmlns:a16="http://schemas.microsoft.com/office/drawing/2014/main" id="{82EB5214-37EC-449B-CFC8-96F57AF62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450" y="2477220"/>
            <a:ext cx="11317854" cy="41679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accent1"/>
                </a:solidFill>
                <a:ea typeface="Calibri"/>
                <a:cs typeface="Calibri"/>
              </a:rPr>
              <a:t>Project Presentation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07C9FB1-3C05-C928-5FA2-F1539ABCC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576221"/>
              </p:ext>
            </p:extLst>
          </p:nvPr>
        </p:nvGraphicFramePr>
        <p:xfrm>
          <a:off x="7806905" y="3278037"/>
          <a:ext cx="2528447" cy="14677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28447">
                  <a:extLst>
                    <a:ext uri="{9D8B030D-6E8A-4147-A177-3AD203B41FA5}">
                      <a16:colId xmlns:a16="http://schemas.microsoft.com/office/drawing/2014/main" val="1273825914"/>
                    </a:ext>
                  </a:extLst>
                </a:gridCol>
              </a:tblGrid>
              <a:tr h="366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ROLL NO. 2620080006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187006"/>
                  </a:ext>
                </a:extLst>
              </a:tr>
              <a:tr h="366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ROLL NO. 2620080062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38716"/>
                  </a:ext>
                </a:extLst>
              </a:tr>
              <a:tr h="366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ROLL NO. 2620080069</a:t>
                      </a:r>
                      <a:endParaRPr lang="en-US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366256"/>
                  </a:ext>
                </a:extLst>
              </a:tr>
              <a:tr h="366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ROLL NO. 2620080094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71990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5BABBF5-FE49-AC85-4C95-D21E4BE1C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392208"/>
              </p:ext>
            </p:extLst>
          </p:nvPr>
        </p:nvGraphicFramePr>
        <p:xfrm>
          <a:off x="977660" y="4845169"/>
          <a:ext cx="4641742" cy="130638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41742">
                  <a:extLst>
                    <a:ext uri="{9D8B030D-6E8A-4147-A177-3AD203B41FA5}">
                      <a16:colId xmlns:a16="http://schemas.microsoft.com/office/drawing/2014/main" val="1487625001"/>
                    </a:ext>
                  </a:extLst>
                </a:gridCol>
              </a:tblGrid>
              <a:tr h="316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GUIDE NAME:-  Lakshmi Karthek Vankamamidi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981562"/>
                  </a:ext>
                </a:extLst>
              </a:tr>
              <a:tr h="316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DEPARTMENT:-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effectLst/>
                        </a:rPr>
                        <a:t>B.Tech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 AI&amp;DS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737215"/>
                  </a:ext>
                </a:extLst>
              </a:tr>
              <a:tr h="316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COLLEGE :- KLH deemed to be university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448224"/>
                  </a:ext>
                </a:extLst>
              </a:tr>
              <a:tr h="357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ACADEMIC YEAR:- 2026-2027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8375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0241280" cy="594360"/>
          </a:xfrm>
        </p:spPr>
        <p:txBody>
          <a:bodyPr/>
          <a:lstStyle/>
          <a:p>
            <a:pPr>
              <a:defRPr sz="2800" b="1">
                <a:solidFill>
                  <a:srgbClr val="F4F7FB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80160"/>
            <a:ext cx="10515600" cy="4663440"/>
          </a:xfrm>
        </p:spPr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An Arithmetic Logic Unit (ALU) is a fundamental component of a digital processor.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It performs arithmetic operations such as addition and subtraction and logical operations such as AND, OR, XOR and NOT.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This project focuses on designing and simulating an 8-bit ALU that processes two 8-bit binary inputs.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The project demonstrates how individual digital circuits can be combined to form a functional processor datapath.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8-BIT ALU  •  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0241280" cy="594360"/>
          </a:xfrm>
        </p:spPr>
        <p:txBody>
          <a:bodyPr/>
          <a:lstStyle/>
          <a:p>
            <a:pPr>
              <a:defRPr sz="2800" b="1">
                <a:solidFill>
                  <a:srgbClr val="F4F7FB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80160"/>
            <a:ext cx="10515600" cy="4663440"/>
          </a:xfrm>
        </p:spPr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Design an 8-bit ALU capable of performing multiple arithmetic and logical operations on two 8-bit inputs.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The ALU must select the required operation using control/select signals and generate an 8-bit result.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The design should also provide status information such as Carry and Zero flags where applicable.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Manual implementation of separate circuits can become complex, so an integrated and simulated design is required for verification.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8-BIT ALU  •  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0241280" cy="594360"/>
          </a:xfrm>
        </p:spPr>
        <p:txBody>
          <a:bodyPr/>
          <a:lstStyle/>
          <a:p>
            <a:pPr>
              <a:defRPr sz="2800" b="1">
                <a:solidFill>
                  <a:srgbClr val="F4F7FB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80160"/>
            <a:ext cx="10515600" cy="4663440"/>
          </a:xfrm>
        </p:spPr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Design an 8-bit ALU using basic digital logic concepts.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Implement arithmetic operations such as ADD and SUBTRACT.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Implement logical operations such as AND, OR and XOR.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Use control/select lines to choose the required operation.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Simulate the circuit and verify outputs for different input combinations.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Analyze the correctness of the design using test cases and expected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8-BIT ALU  •  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0241280" cy="594360"/>
          </a:xfrm>
        </p:spPr>
        <p:txBody>
          <a:bodyPr/>
          <a:lstStyle/>
          <a:p>
            <a:pPr>
              <a:defRPr sz="2800" b="1">
                <a:solidFill>
                  <a:srgbClr val="F4F7FB"/>
                </a:solidFill>
                <a:latin typeface="Aptos Display"/>
              </a:defRPr>
            </a:pPr>
            <a:r>
              <a:t>Literature Survey /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80160"/>
            <a:ext cx="10515600" cy="4663440"/>
          </a:xfrm>
        </p:spPr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Traditional ALUs are built from combinations of adders, subtractors, logic gates, multiplexers and control circuits.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A ripple-carry adder is a simple approach for multi-bit addition, but carry propagation can increase delay.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Multiplexer-based ALUs allow several operation units to share a common output path.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Existing processor ALUs support many operations and flags, but their complete hardware is considerably more complex than an educational 8-bit design.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This project uses a simplified architecture suitable for learning, simulation and verification.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8-BIT ALU  •  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0241280" cy="594360"/>
          </a:xfrm>
        </p:spPr>
        <p:txBody>
          <a:bodyPr/>
          <a:lstStyle/>
          <a:p>
            <a:pPr>
              <a:defRPr sz="2800" b="1">
                <a:solidFill>
                  <a:srgbClr val="F4F7FB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80160"/>
            <a:ext cx="10515600" cy="4663440"/>
          </a:xfrm>
        </p:spPr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The proposed system combines arithmetic and logical units into one 8-bit ALU.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Two 8-bit operands, A and B, are supplied as inputs.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Arithmetic Unit: performs addition and subtraction.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Logic Unit: performs AND, OR and XOR operations.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Multiplexer/selection logic chooses the required operation.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The final output is an 8-bit result with optional Carry and Zero status flags.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The design is simulated to verify functional correctness before hardware implementation.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8-BIT ALU  •  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0241280" cy="594360"/>
          </a:xfrm>
        </p:spPr>
        <p:txBody>
          <a:bodyPr/>
          <a:lstStyle/>
          <a:p>
            <a:pPr>
              <a:defRPr sz="2800" b="1">
                <a:solidFill>
                  <a:srgbClr val="F4F7FB"/>
                </a:solidFill>
                <a:latin typeface="Aptos Display"/>
              </a:defRPr>
            </a:pPr>
            <a:r>
              <a:t>System Architecture / 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80160"/>
            <a:ext cx="10515600" cy="4663440"/>
          </a:xfrm>
        </p:spPr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Input A (8-bit) ──┐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                 ├──&gt; Arithmetic Unit ──┐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Input B (8-bit) ──┘                     │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                                        ├──&gt; MUX / Operation Selector ──&gt; Result (8-bit)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Input A (8-bit) ──┐                     │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Input B (8-bit) ──┘──&gt; Logic Unit ──────┘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                         ↑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                   Select / Control Lines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                         ↓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                Carry / Zero Flag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8-BIT ALU  •  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0241280" cy="594360"/>
          </a:xfrm>
        </p:spPr>
        <p:txBody>
          <a:bodyPr/>
          <a:lstStyle/>
          <a:p>
            <a:pPr>
              <a:defRPr sz="2800" b="1">
                <a:solidFill>
                  <a:srgbClr val="F4F7FB"/>
                </a:solidFill>
                <a:latin typeface="Aptos Display"/>
              </a:defRPr>
            </a:pPr>
            <a:r>
              <a:t>Methodology /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80160"/>
            <a:ext cx="10515600" cy="4663440"/>
          </a:xfrm>
        </p:spPr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1. Define the required operations and control codes.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2. Build the 8-bit arithmetic section using full-adder stages and subtraction logic.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3. Build the 8-bit logic section using AND, OR and XOR gates.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4. Use multiplexers to select the output corresponding to the control signal.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5. Connect flag-generation logic for Carry and Zero conditions.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6. Apply test inputs in the simulator and compare simulated outputs with expected binary results.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Example operations: ADD, SUB, AND, OR, XOR.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8-BIT ALU  •  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0241280" cy="594360"/>
          </a:xfrm>
        </p:spPr>
        <p:txBody>
          <a:bodyPr/>
          <a:lstStyle/>
          <a:p>
            <a:pPr>
              <a:defRPr sz="2800" b="1">
                <a:solidFill>
                  <a:srgbClr val="F4F7FB"/>
                </a:solidFill>
                <a:latin typeface="Aptos Display"/>
              </a:defRPr>
            </a:pPr>
            <a: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80160"/>
            <a:ext cx="10515600" cy="4663440"/>
          </a:xfrm>
        </p:spPr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Representative verification cases: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• ADD: 00001111 + 00000001 = 00010000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• SUB: 00010000 − 00000001 = 00001111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• AND: 10101010 AND 11001100 = 10001000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• OR:  10101010 OR  11001100 = 11101110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• XOR: 10101010 XOR 11001100 = 01100110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The simulation should show the selected operation producing the expected 8-bit output. Carry and Zero flags can be checked during arithmetic and zero-result test cases.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Insert your simulator screenshot here: waveform / circuit output / truth-table verification.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8-BIT ALU  •  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0241280" cy="594360"/>
          </a:xfrm>
        </p:spPr>
        <p:txBody>
          <a:bodyPr/>
          <a:lstStyle/>
          <a:p>
            <a:pPr>
              <a:defRPr sz="2800" b="1">
                <a:solidFill>
                  <a:srgbClr val="F4F7FB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80160"/>
            <a:ext cx="10515600" cy="4663440"/>
          </a:xfrm>
        </p:spPr>
        <p:txBody>
          <a:bodyPr/>
          <a:lstStyle/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An 8-bit Arithmetic Logic Unit was designed as a combination of arithmetic, logic and selection circuits.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The proposed ALU can perform multiple arithmetic and logical operations on 8-bit operands.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Simulation provides a practical way to verify the design before hardware implementation.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The project strengthens understanding of combinational logic, adders, multiplexers, control signals and processor datapaths.</a:t>
            </a:r>
          </a:p>
          <a:p>
            <a:pPr>
              <a:spcAft>
                <a:spcPts val="900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• Future work can extend the ALU with more operations, additional flags, faster adders and FPGA implementation.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31343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Aptos"/>
              </a:defRPr>
            </a:pPr>
            <a:r>
              <a:t>8-BIT ALU  •  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1722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Design and Simulation of an 8-Bit Arithmetic Logic Unit (ALU)</vt:lpstr>
      <vt:lpstr>Introduction</vt:lpstr>
      <vt:lpstr>Problem Statement</vt:lpstr>
      <vt:lpstr>Objectives</vt:lpstr>
      <vt:lpstr>Literature Survey / Existing System</vt:lpstr>
      <vt:lpstr>Proposed System</vt:lpstr>
      <vt:lpstr>System Architecture / Block Diagram</vt:lpstr>
      <vt:lpstr>Methodology / Implementation</vt:lpstr>
      <vt:lpstr>Results and Discussion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156</cp:revision>
  <dcterms:created xsi:type="dcterms:W3CDTF">2013-01-27T09:14:16Z</dcterms:created>
  <dcterms:modified xsi:type="dcterms:W3CDTF">2026-09-22T06:04:35Z</dcterms:modified>
  <cp:category/>
</cp:coreProperties>
</file>